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60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457200"/>
            <a:ext cx="45720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0D2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KDDM1 PROJECT 2026 · PHASE 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 Hockey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Scouting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data loading, preprocessing, cleaning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understanding — without using the target variable.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/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"/>
            <a:ext cx="123444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5">
            <a:extLst>
              <a:ext uri="{FF2B5EF4-FFF2-40B4-BE49-F238E27FC236}">
                <a16:creationId xmlns:a16="http://schemas.microsoft.com/office/drawing/2014/main" id="{6AD2BAA8-86B9-DE5F-0731-39893969C82D}"/>
              </a:ext>
            </a:extLst>
          </p:cNvPr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2B52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pipeline — preprocessing, cleaning, EDA, no target use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different formats (TSV, CSV, XLSX, PKL, JSON). Each loaded with format-specific parsing logic.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1460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7180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691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 on international_id / medical_id. Mom's notes matched via (first_name, last_name) after deduplication.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3484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1772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6344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12064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69164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units, fix typos, flag missing and invalid values. No blind imputation in Phase I.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58368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6656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76656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1228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2694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69164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the merged 10,000-player dataset: missingness, domain validity, correlations and visual patterns — without target use.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Noise / free-text / ID-like fields are documented as non-direct features. Unknown values are handled cautiously, not blindly filled.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&amp; Standardization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22084"/>
              </p:ext>
            </p:extLst>
          </p:nvPr>
        </p:nvGraphicFramePr>
        <p:xfrm>
          <a:off x="320040" y="1207008"/>
          <a:ext cx="5303520" cy="34381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Quirk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identity_card_0.tsv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names in Latin; IDs as Roman numerals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identity_card_1.csv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columns; 9,112 players (complements id0)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performance.tsv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Typo: penality_minutes → penalty_minutes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medical_information.xlsx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 metadata row + split header across rows 1–2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hockey_scouting_notes.csv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Clean; includes position, experience, scout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contracts_competition.pkl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from pickle; joined on international_id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moms_notes.json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 field; name-based matching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00584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069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Roman Numerals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3898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CCLXXV → 275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 parser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233172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Latin → English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praenomen → first_name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cognomen → last_name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65760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365760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3721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Header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40416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header reconstruction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parsing for medical data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Merging Strategy &amp; Unknown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id0 + id1 → outer join on international_id + medical_id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duplicate columns (first_name, age, birth_city…)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performance.tsv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medical_information.xlsx on medical_id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hockey_scouting_notes.csv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contracts_competition.pkl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moms_notes.json via name + closest-age matching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Mom's Notes — Matching Strategy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moms_notes.json has no stable ID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names: direct match on (first_name, last_name)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names: choose closest age, keep uncertainty visible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rows: kept as missing values, not deleted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mechanism cannot be proven in Phase I (MCAR/MAR/NMAR only discussed cautiously)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output keeps invalid flags for later Phase II preprocessing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Correlations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+0.75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passes_completed ↔ pass_completion_rate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5856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+0.71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2258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puck_touches ↔ passes_completed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08376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0837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−0.70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37360" y="3008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↔ body_fat_percentage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58184"/>
            <a:ext cx="54864" cy="658368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581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+0.69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37360" y="37581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↔ games_missed_due_to_injury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5303520" cy="41148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is linear only; sensitive to outliers; no causal claims; high correlations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about multicollinearity.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20140"/>
            <a:ext cx="4572000" cy="37719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&amp; Grouped Views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6469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Relationship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850559" cy="87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873567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6219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7617" y="1613791"/>
            <a:ext cx="1515110" cy="756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goals and weight vs shot speed show broad scatter rather than a clean deterministic rule.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19" y="2624328"/>
            <a:ext cx="1850559" cy="875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940810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79" y="292392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7859" y="2673223"/>
            <a:ext cx="139335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ice differs by position and contains one extreme value, so role-specific context matters.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60" y="3675887"/>
            <a:ext cx="1843238" cy="875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976242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6595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19" y="3724782"/>
            <a:ext cx="13860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plots support relationship exploration only — not causal conclusions.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15" y="914400"/>
            <a:ext cx="6963643" cy="42291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favourite_tv_show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32004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4904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47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favourite_food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12848"/>
            <a:ext cx="32004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94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5511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16936"/>
            <a:ext cx="2726101" cy="228600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898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85.18%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255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21024"/>
            <a:ext cx="1023808" cy="2286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6027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959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325112"/>
            <a:ext cx="508864" cy="2286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43068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Strategy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1463040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missing: favourite_tv_show, favourite_food → unusable / drop candidates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 (85%): sparse free text; not a direct model feature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 (15.9%): categorical → possible 'Unknown' label later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missing: median imputation only after train/test split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missingness: keep NaT + missing flag; no blind date imputation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~0.37% missing across 50+ performance columns: likely one source record absent, not random noise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is only evidence: MCAR/MAR/NMAR cannot be proven from Phase 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2B52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values are blindly imputed in Phase I. Missingness is quantified and documented; final imputation belongs after the Phase II train/test split.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&amp; Invalid Values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by Type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outliers: flagged as unusual, not removed automatically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Domain-impossible values: replaced with NaN in processed dataset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flags preserve where impossible values occurred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age up to 455, height up to 3.09m, save % up to 106%, time on ice 490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but plausible players are kept; no rows are deleted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winsorising/capping of impossible values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1005840"/>
            <a:ext cx="73152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051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max 455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NaN + flag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1819656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1819656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86537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 height violations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1854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3.09m → NaN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633472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2633472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6791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% up to 106%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9992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impossible values → NaN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3447288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3447288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493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on ice: 490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8130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wing outlier → NaN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4261104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94960" y="4261104"/>
            <a:ext cx="73152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43068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rows deleted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46268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values flagged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result: the data is usable, but only after explicit cleaning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42494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99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889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Heterogeneous Sources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364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formats merged into a 10,000-row, 68-column master dataset with custom parsing and careful joins.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142494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992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4889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Missingness is Structured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49240" y="18364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 are 100% missing; medical_information is 85.18% missing. MCAR/MAR/NMAR cannot be proven, so strategy stays cautious.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261366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879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6776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≠ Unusual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8680" y="30251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Domain-impossible values such as age 455 or height &gt;3m are replaced with NaN and flagged; IQR outliers are not automatically removed.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54880" y="261366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8879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6776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Associations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49240" y="30251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Pearson pairs: passes_completed/pass_completion_rate (r=+0.75), puck_touches/passes_completed (r=+0.71), height/body fat (r=−0.70).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74320" y="380238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0767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8663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Output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68680" y="42138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phase1_processed_dataset.csv keeps all rows, replaces domain-impossible values with NaN, and adds 6 &lt;column&gt;_invalid_flag columns (68 → 74 cols total).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754880" y="380238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767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38663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 Next Steps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49240" y="42138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after train/test split, handle text separately, reduce redundant features, and keep correlation caveats in mind.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366760" y="4442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On-screen Show (16:9)</PresentationFormat>
  <Paragraphs>187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KDDM1 Ice Hockey Talent Scouting – Phase I</dc:title>
  <dc:subject>PptxGenJS Presentation</dc:subject>
  <dc:creator>PptxGenJS</dc:creator>
  <cp:lastModifiedBy>Annika Schnell</cp:lastModifiedBy>
  <cp:revision>3</cp:revision>
  <dcterms:created xsi:type="dcterms:W3CDTF">2026-05-02T14:20:33Z</dcterms:created>
  <dcterms:modified xsi:type="dcterms:W3CDTF">2026-05-02T14:54:47Z</dcterms:modified>
</cp:coreProperties>
</file>